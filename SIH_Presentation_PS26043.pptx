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t>Setu — AI-Augmented Societal Problem-Solving Ecosystem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b="1" sz="1800">
                <a:latin typeface="Arial"/>
              </a:rPr>
              <a:t>Problem Statement ID – SIH26043</a:t>
            </a:r>
            <a:endParaRPr lang="en-US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b="1" sz="1800">
                <a:latin typeface="Arial"/>
              </a:rPr>
              <a:t>Problem Statement Title – Digital platform to crowdsource societal challenges and facilitate collaborative problem solving through universities and industry partnerships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b="1" sz="1800">
                <a:latin typeface="Arial"/>
              </a:rPr>
              <a:t>Theme – Smart Education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b="1" sz="1800">
                <a:latin typeface="Arial"/>
              </a:rPr>
              <a:t>PS Category – Software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b="1" sz="1800">
                <a:latin typeface="Arial"/>
              </a:rPr>
              <a:t>Team ID – TBD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b="1" sz="1800">
                <a:latin typeface="Arial"/>
              </a:rPr>
              <a:t>Team Name (Registered on portal) – Pheonix Coders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Setu: A Citizen-to-Solution Innovation Pipeline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b="1" sz="1400">
                <a:latin typeface="Arial"/>
              </a:rPr>
              <a:t>One transparent pipeline — from a citizen-reported problem to a verified, deployed solution.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Citizen reporting (no login): web form + photos/video + GPS into a structured queue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AI Articulation Wizard: raw input → structured, de-duplicated challenge statements (LLM + offline rule-based fallback)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Semantic Matching Engine: sentence-transformer embeddings + tag overlap route each challenge to the right university teams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Lifecycle &amp; Workflow Tracker: review → team formation → milestones → deployment → outcome verification with evidence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Industry Collaboration Hub: co-develop, fund, mentor; IP, patents and startups tracked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Govt Analytics Dashboard: domain, district, institution, industry, community, patent and startup metrics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b="1" sz="1400">
                <a:latin typeface="Arial"/>
              </a:rPr>
              <a:t>How it addresses the problem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Adds the missing centralized channel to collect, categorize and route societal challenges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Replaces fragmented university–industry collaboration with a transparent ecosystem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b="1" sz="1400">
                <a:latin typeface="Arial"/>
              </a:rPr>
              <a:t>Innovation &amp; uniqueness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Persistent lifecycle and verified outcomes — a project is not 'done' until deployed and confirmed on ground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Offline-first AI, low infrastructure cost, role-based journeys for 6 personas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b="1" sz="1100">
                <a:latin typeface="Arial"/>
              </a:rPr>
              <a:t>Pheonix Coders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b="1" sz="1400">
                <a:latin typeface="Arial"/>
              </a:rPr>
              <a:t>Technology stack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Frontend: React 18 + Vite + TailwindCSS + ECharts — fast, accessible, mobile-first UI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Backend: FastAPI (Python) REST API, OAuth2/JWT, role-based access control (6 personas)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AI: Gemini Flash (Wizard) + sentence-transformers paraphrase-multilingual-MiniLM-L12-v2 (matching) + rule-based fallback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Data: SQLite (migratable to PostgreSQL); embeddings as JSON, cosine nearest-neighbour search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b="1" sz="1400">
                <a:latin typeface="Arial"/>
              </a:rPr>
              <a:t>Methodology &amp; implementation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5-step AI wizard → publish → de-duplicate → semantic match → interest → team → milestones → verify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Working prototype live and demoable for every role: setu-mishtiiikrishnaa19.vercel.app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b="1" sz="1400">
                <a:latin typeface="Arial"/>
              </a:rPr>
              <a:t>Architecture flow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Citizen/Dept input → Wizard → Marketplace → Match → Project → Milestones → Verify → Dashboard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b="1" sz="1100">
                <a:latin typeface="Arial"/>
              </a:rPr>
              <a:t>Pheonix Coders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400">
                <a:latin typeface="Arial"/>
              </a:rPr>
              <a:t>Technical feasibility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Proven open-source stack; low compute — embeddings run on CPU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Graceful degradation: rule-based fallback keeps the platform working without LLM APIs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b="1" sz="1400">
                <a:latin typeface="Arial"/>
              </a:rPr>
              <a:t>Potential challenges &amp; mitigation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Cold-start / adoption → realistic seeded Jharkhand dataset; citizen-first reporting lowers the entry barrier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LLM cost &amp; latency → caching plus offline fallback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Fair matching &amp; verification bias → transparent match scores; evidence + problem-owner confirmation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b="1" sz="1400">
                <a:latin typeface="Arial"/>
              </a:rPr>
              <a:t>Operational &amp; financial viability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Lightweight onboarding via AI wizard; workflow mirrors department SOPs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No commercial vector DB; cheap hosting; ROI measured via verified on-ground outcomes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b="1" sz="1100">
                <a:latin typeface="Arial"/>
              </a:rPr>
              <a:t>Pheonix Coders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400">
                <a:latin typeface="Arial"/>
              </a:rPr>
              <a:t>Impact on target audience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Government: measurable social outcomes, transparent dashboards, faster problem-to-research pipeline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Universities &amp; students: real-world experiential learning (NEP 2020), funding, IP and startup pathways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Industry, startups, MSMEs &amp; CSR: demand-driven opportunities, talent pipeline, measurable CSR impact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Citizens: local issues enter an accountable, trackable pipeline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b="1" sz="1400">
                <a:latin typeface="Arial"/>
              </a:rPr>
              <a:t>Benefits of the solution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Social: civic problems are solved instead of shelved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Economic: startups and patents born from real community needs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Institutional: multidisciplinary, demand-driven research collaboration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b="1" sz="1100">
                <a:latin typeface="Arial"/>
              </a:rPr>
              <a:t>Pheonix Coders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0" sz="1250">
                <a:latin typeface="Arial"/>
              </a:rPr>
              <a:t>SIH 2026 problem statement SIH26043 — sih.gov.in/sih2026PS (Govt of Jharkhand, Dept of Higher &amp; Technical Education)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National Education Policy 2020 — experiential learning, community engagement, industry collaboration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Jharkhand Student Research and Innovation Policy (2024)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Gap analysis of existing platforms (SIH portal, YUKTI, Kavach): no persistent lifecycle, matching or verification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Sentence-Transformers (SBERT); React, Vite, FastAPI official documentation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b="0" sz="1250">
                <a:latin typeface="Arial"/>
              </a:rPr>
              <a:t>Prototype: github.com/mishtiiikrishnaa/sih2026prototype — live: setu-mishtiiikrishnaa19.vercel.app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b="1" sz="1100">
                <a:latin typeface="Arial"/>
              </a:rPr>
              <a:t>Pheonix Coders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